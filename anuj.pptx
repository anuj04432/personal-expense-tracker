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8288000" cy="10287000"/>
  <p:notesSz cx="6858000" cy="9144000"/>
  <p:embeddedFontLst>
    <p:embeddedFont>
      <p:font typeface="Californian FB" panose="0207040306080B030204" pitchFamily="18" charset="0"/>
      <p:regular r:id="rId10"/>
      <p:bold r:id="rId11"/>
      <p:italic r:id="rId12"/>
    </p:embeddedFon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Trebuchet MS" panose="020B0603020202020204" pitchFamily="34" charset="0"/>
      <p:regular r:id="rId15"/>
      <p:bold r:id="rId16"/>
      <p:italic r:id="rId17"/>
      <p:boldItalic r:id="rId18"/>
    </p:embeddedFont>
    <p:embeddedFont>
      <p:font typeface="Wingdings 3" panose="05040102010807070707" pitchFamily="18" charset="2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3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51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67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54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61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36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75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7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43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7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06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6616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5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5251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39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47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2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56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77574" y="1126156"/>
            <a:ext cx="16230600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RAI TECHNOLOGY UNIVERSITY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4533478" y="6532478"/>
            <a:ext cx="3754522" cy="3754522"/>
            <a:chOff x="0" y="0"/>
            <a:chExt cx="5006029" cy="5006029"/>
          </a:xfrm>
        </p:grpSpPr>
        <p:grpSp>
          <p:nvGrpSpPr>
            <p:cNvPr id="4" name="Group 4"/>
            <p:cNvGrpSpPr/>
            <p:nvPr/>
          </p:nvGrpSpPr>
          <p:grpSpPr>
            <a:xfrm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3754522" y="2503014"/>
              <a:ext cx="1251507" cy="1251507"/>
              <a:chOff x="0" y="0"/>
              <a:chExt cx="1913890" cy="191389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3754522" y="1251507"/>
              <a:ext cx="1251507" cy="1251507"/>
              <a:chOff x="0" y="0"/>
              <a:chExt cx="1913890" cy="191389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3754522" y="0"/>
              <a:ext cx="1251507" cy="1251507"/>
              <a:chOff x="0" y="0"/>
              <a:chExt cx="1913890" cy="191389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</p:grpSp>
      <p:grpSp>
        <p:nvGrpSpPr>
          <p:cNvPr id="26" name="Group 26"/>
          <p:cNvGrpSpPr/>
          <p:nvPr/>
        </p:nvGrpSpPr>
        <p:grpSpPr>
          <a:xfrm rot="-10800000">
            <a:off x="0" y="0"/>
            <a:ext cx="3754522" cy="3754522"/>
            <a:chOff x="0" y="0"/>
            <a:chExt cx="5006029" cy="5006029"/>
          </a:xfrm>
        </p:grpSpPr>
        <p:grpSp>
          <p:nvGrpSpPr>
            <p:cNvPr id="27" name="Group 27"/>
            <p:cNvGrpSpPr/>
            <p:nvPr/>
          </p:nvGrpSpPr>
          <p:grpSpPr>
            <a:xfrm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3754522" y="2503014"/>
              <a:ext cx="1251507" cy="1251507"/>
              <a:chOff x="0" y="0"/>
              <a:chExt cx="1913890" cy="191389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3754522" y="1251507"/>
              <a:ext cx="1251507" cy="1251507"/>
              <a:chOff x="0" y="0"/>
              <a:chExt cx="1913890" cy="191389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3754522" y="0"/>
              <a:ext cx="1251507" cy="1251507"/>
              <a:chOff x="0" y="0"/>
              <a:chExt cx="1913890" cy="191389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</p:grpSp>
      <p:sp>
        <p:nvSpPr>
          <p:cNvPr id="49" name="TextBox 49"/>
          <p:cNvSpPr txBox="1"/>
          <p:nvPr/>
        </p:nvSpPr>
        <p:spPr>
          <a:xfrm>
            <a:off x="274986" y="8284407"/>
            <a:ext cx="10200846" cy="1852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6"/>
              </a:lnSpc>
            </a:pPr>
            <a:r>
              <a:rPr lang="en-US" sz="349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:- W. Anuj</a:t>
            </a:r>
          </a:p>
          <a:p>
            <a:pPr algn="l">
              <a:lnSpc>
                <a:spcPts val="4046"/>
              </a:lnSpc>
            </a:pPr>
            <a:r>
              <a:rPr lang="en-US" sz="289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regis no:- RTU24101CS038</a:t>
            </a:r>
          </a:p>
          <a:p>
            <a:pPr algn="just">
              <a:lnSpc>
                <a:spcPts val="6146"/>
              </a:lnSpc>
            </a:pPr>
            <a:endParaRPr lang="en-US" sz="289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0092874" y="7531673"/>
            <a:ext cx="584854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Subject :- Machine Learning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152995" y="8426608"/>
            <a:ext cx="7077605" cy="546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6"/>
              </a:lnSpc>
            </a:pPr>
            <a:r>
              <a:rPr lang="en-US" sz="317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Subject code :- 0CS330T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672405" y="9348368"/>
            <a:ext cx="15116389" cy="596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33"/>
              </a:lnSpc>
            </a:pPr>
            <a:r>
              <a:rPr lang="en-US" sz="352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to:- Satyam Sir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id="54" name="TextBox 2">
            <a:extLst>
              <a:ext uri="{FF2B5EF4-FFF2-40B4-BE49-F238E27FC236}">
                <a16:creationId xmlns:a16="http://schemas.microsoft.com/office/drawing/2014/main" id="{59BE1A86-969E-F599-D73D-30743948CC90}"/>
              </a:ext>
            </a:extLst>
          </p:cNvPr>
          <p:cNvSpPr txBox="1"/>
          <p:nvPr/>
        </p:nvSpPr>
        <p:spPr>
          <a:xfrm>
            <a:off x="-258697" y="4010442"/>
            <a:ext cx="16230600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7200" dirty="0">
                <a:solidFill>
                  <a:srgbClr val="000000"/>
                </a:solidFill>
                <a:latin typeface="Californian FB" panose="0207040306080B030204" pitchFamily="18" charset="0"/>
                <a:ea typeface="Canva Sans Bold"/>
                <a:cs typeface="Canva Sans Bold"/>
                <a:sym typeface="Canva Sans Bold"/>
              </a:rPr>
              <a:t>Title : Personal Expense Tracker💵💰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59945" y="159703"/>
            <a:ext cx="916811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39238" y="481996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402456" y="2082800"/>
            <a:ext cx="16856844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Managing daily expenses manually can be time-consuming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project helps users record, categorize, and visualize expenses easily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Built using Python and Streamlit.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Future update will include user login and SQLite3 database.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914400" y="5266052"/>
            <a:ext cx="13694544" cy="11480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56"/>
              </a:lnSpc>
            </a:pPr>
            <a:r>
              <a:rPr lang="en-US" sz="675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and Technologies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2456" y="6777031"/>
            <a:ext cx="10369947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Frontend / Framework: Streamlit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Language: Python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Libraries: Pandas, Matplotlib / Plotly, Streamlit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6" y="699650"/>
            <a:ext cx="13363384" cy="1311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777"/>
              </a:lnSpc>
            </a:pPr>
            <a:r>
              <a:rPr lang="en-US" sz="769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Folder Structure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0006" y="2493212"/>
            <a:ext cx="13686987" cy="6717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6"/>
              </a:lnSpc>
            </a:pPr>
            <a:r>
              <a:rPr lang="en-US" sz="347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personal_expenses_tracker</a:t>
            </a:r>
            <a:r>
              <a:rPr lang="en-US" sz="347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         </a:t>
            </a:r>
          </a:p>
          <a:p>
            <a:pPr algn="l">
              <a:lnSpc>
                <a:spcPts val="4866"/>
              </a:lnSpc>
            </a:pPr>
            <a:r>
              <a:rPr lang="en-US" sz="347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</a:t>
            </a:r>
          </a:p>
          <a:p>
            <a:pPr algn="l">
              <a:lnSpc>
                <a:spcPts val="4866"/>
              </a:lnSpc>
            </a:pPr>
            <a:r>
              <a:rPr lang="en-US" sz="347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├── app.py                # Main </a:t>
            </a:r>
            <a:r>
              <a:rPr lang="en-US" sz="347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Streamlit</a:t>
            </a:r>
            <a:r>
              <a:rPr lang="en-US" sz="347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app file</a:t>
            </a:r>
          </a:p>
          <a:p>
            <a:pPr algn="l">
              <a:lnSpc>
                <a:spcPts val="4866"/>
              </a:lnSpc>
            </a:pPr>
            <a:r>
              <a:rPr lang="en-US" sz="347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</a:t>
            </a:r>
          </a:p>
          <a:p>
            <a:pPr algn="l">
              <a:lnSpc>
                <a:spcPts val="4866"/>
              </a:lnSpc>
            </a:pPr>
            <a:r>
              <a:rPr lang="en-US" sz="347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├── data/</a:t>
            </a:r>
          </a:p>
          <a:p>
            <a:pPr algn="l">
              <a:lnSpc>
                <a:spcPts val="4866"/>
              </a:lnSpc>
            </a:pPr>
            <a:r>
              <a:rPr lang="en-US" sz="347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├── expenses.csv      # Stores user expense data  .csv file</a:t>
            </a:r>
          </a:p>
          <a:p>
            <a:pPr algn="l">
              <a:lnSpc>
                <a:spcPts val="4866"/>
              </a:lnSpc>
            </a:pPr>
            <a:r>
              <a:rPr lang="en-US" sz="347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├── budget.txt        # Stores user budget</a:t>
            </a:r>
          </a:p>
          <a:p>
            <a:pPr algn="l">
              <a:lnSpc>
                <a:spcPts val="4866"/>
              </a:lnSpc>
            </a:pPr>
            <a:r>
              <a:rPr lang="en-US" sz="347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</a:t>
            </a:r>
          </a:p>
          <a:p>
            <a:pPr algn="l">
              <a:lnSpc>
                <a:spcPts val="4866"/>
              </a:lnSpc>
            </a:pPr>
            <a:r>
              <a:rPr lang="en-US" sz="347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├── requirements.txt      # Python libraries</a:t>
            </a:r>
          </a:p>
          <a:p>
            <a:pPr algn="l">
              <a:lnSpc>
                <a:spcPts val="4866"/>
              </a:lnSpc>
            </a:pPr>
            <a:r>
              <a:rPr lang="en-US" sz="347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└── README.md             # Project documentation</a:t>
            </a:r>
          </a:p>
          <a:p>
            <a:pPr algn="l">
              <a:lnSpc>
                <a:spcPts val="4866"/>
              </a:lnSpc>
            </a:pPr>
            <a:endParaRPr lang="en-US" sz="347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381000" y="266700"/>
            <a:ext cx="728884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07356" y="2009123"/>
            <a:ext cx="11458067" cy="255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9202" lvl="1" indent="-394601" algn="just">
              <a:lnSpc>
                <a:spcPts val="5117"/>
              </a:lnSpc>
              <a:buFont typeface="Arial"/>
              <a:buChar char="•"/>
            </a:pPr>
            <a:r>
              <a:rPr lang="en-US" sz="365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Add, view, and delete expenses</a:t>
            </a:r>
          </a:p>
          <a:p>
            <a:pPr marL="789202" lvl="1" indent="-394601" algn="just">
              <a:lnSpc>
                <a:spcPts val="5117"/>
              </a:lnSpc>
              <a:buFont typeface="Arial"/>
              <a:buChar char="•"/>
            </a:pPr>
            <a:r>
              <a:rPr lang="en-US" sz="365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Categorize transactions (Food, Travel, Bills, etc.)</a:t>
            </a:r>
          </a:p>
          <a:p>
            <a:pPr marL="789202" lvl="1" indent="-394601" algn="just">
              <a:lnSpc>
                <a:spcPts val="5117"/>
              </a:lnSpc>
              <a:buFont typeface="Arial"/>
              <a:buChar char="•"/>
            </a:pPr>
            <a:r>
              <a:rPr lang="en-US" sz="365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Display total and category-wise spending</a:t>
            </a:r>
          </a:p>
          <a:p>
            <a:pPr marL="789202" lvl="1" indent="-394601" algn="just">
              <a:lnSpc>
                <a:spcPts val="5117"/>
              </a:lnSpc>
              <a:buFont typeface="Arial"/>
              <a:buChar char="•"/>
            </a:pPr>
            <a:r>
              <a:rPr lang="en-US" sz="365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 charts and summaries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762000" y="5372100"/>
            <a:ext cx="13384844" cy="1340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69"/>
              </a:lnSpc>
            </a:pPr>
            <a:r>
              <a:rPr lang="en-US" sz="783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Enhancements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3602" y="6712654"/>
            <a:ext cx="9978232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Future Enhancements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Store data in SQLite3 database for each user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monthly and yearly budget analytics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Enable export/import of expense data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134235" y="9191625"/>
            <a:ext cx="250149" cy="55760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557"/>
              </a:lnSpc>
              <a:spcBef>
                <a:spcPct val="0"/>
              </a:spcBef>
            </a:pPr>
            <a:r>
              <a:rPr lang="en-US" sz="32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34955"/>
            <a:ext cx="6827158" cy="3840276"/>
          </a:xfrm>
          <a:custGeom>
            <a:avLst/>
            <a:gdLst/>
            <a:ahLst/>
            <a:cxnLst/>
            <a:rect l="l" t="t" r="r" b="b"/>
            <a:pathLst>
              <a:path w="6827158" h="3840276">
                <a:moveTo>
                  <a:pt x="0" y="0"/>
                </a:moveTo>
                <a:lnTo>
                  <a:pt x="6827158" y="0"/>
                </a:lnTo>
                <a:lnTo>
                  <a:pt x="6827158" y="3840276"/>
                </a:lnTo>
                <a:lnTo>
                  <a:pt x="0" y="384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33778" y="1734955"/>
            <a:ext cx="6827158" cy="3840276"/>
          </a:xfrm>
          <a:custGeom>
            <a:avLst/>
            <a:gdLst/>
            <a:ahLst/>
            <a:cxnLst/>
            <a:rect l="l" t="t" r="r" b="b"/>
            <a:pathLst>
              <a:path w="6827158" h="3840276">
                <a:moveTo>
                  <a:pt x="0" y="0"/>
                </a:moveTo>
                <a:lnTo>
                  <a:pt x="6827158" y="0"/>
                </a:lnTo>
                <a:lnTo>
                  <a:pt x="6827158" y="3840276"/>
                </a:lnTo>
                <a:lnTo>
                  <a:pt x="0" y="38402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5899081"/>
            <a:ext cx="6827158" cy="3840276"/>
          </a:xfrm>
          <a:custGeom>
            <a:avLst/>
            <a:gdLst/>
            <a:ahLst/>
            <a:cxnLst/>
            <a:rect l="l" t="t" r="r" b="b"/>
            <a:pathLst>
              <a:path w="6827158" h="3840276">
                <a:moveTo>
                  <a:pt x="0" y="0"/>
                </a:moveTo>
                <a:lnTo>
                  <a:pt x="6827158" y="0"/>
                </a:lnTo>
                <a:lnTo>
                  <a:pt x="6827158" y="3840277"/>
                </a:lnTo>
                <a:lnTo>
                  <a:pt x="0" y="3840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17" t="-5134" b="-38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433778" y="5899081"/>
            <a:ext cx="6827158" cy="3840276"/>
          </a:xfrm>
          <a:custGeom>
            <a:avLst/>
            <a:gdLst/>
            <a:ahLst/>
            <a:cxnLst/>
            <a:rect l="l" t="t" r="r" b="b"/>
            <a:pathLst>
              <a:path w="6827158" h="3840276">
                <a:moveTo>
                  <a:pt x="0" y="0"/>
                </a:moveTo>
                <a:lnTo>
                  <a:pt x="6827158" y="0"/>
                </a:lnTo>
                <a:lnTo>
                  <a:pt x="6827158" y="3840277"/>
                </a:lnTo>
                <a:lnTo>
                  <a:pt x="0" y="38402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5601" y="197803"/>
            <a:ext cx="8046399" cy="1215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86"/>
              </a:lnSpc>
            </a:pPr>
            <a:r>
              <a:rPr lang="en-US" sz="713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 Interface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8607" y="391480"/>
            <a:ext cx="9419793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33690" y="2405287"/>
            <a:ext cx="15503915" cy="4690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3261" lvl="1" indent="-411630" algn="l">
              <a:lnSpc>
                <a:spcPts val="5338"/>
              </a:lnSpc>
              <a:buFont typeface="Arial"/>
              <a:buChar char="•"/>
            </a:pPr>
            <a:r>
              <a:rPr lang="en-US" sz="38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Requirement Analysis : Identify the need for expense tracking.</a:t>
            </a:r>
          </a:p>
          <a:p>
            <a:pPr marL="823261" lvl="1" indent="-411630" algn="l">
              <a:lnSpc>
                <a:spcPts val="5338"/>
              </a:lnSpc>
              <a:buFont typeface="Arial"/>
              <a:buChar char="•"/>
            </a:pPr>
            <a:r>
              <a:rPr lang="en-US" sz="38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Phase : Plan app layout and user interface.</a:t>
            </a:r>
          </a:p>
          <a:p>
            <a:pPr marL="823261" lvl="1" indent="-411630" algn="l">
              <a:lnSpc>
                <a:spcPts val="5338"/>
              </a:lnSpc>
              <a:buFont typeface="Arial"/>
              <a:buChar char="•"/>
            </a:pPr>
            <a:r>
              <a:rPr lang="en-US" sz="38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Development : Build app.py and core features.</a:t>
            </a:r>
          </a:p>
          <a:p>
            <a:pPr marL="823261" lvl="1" indent="-411630" algn="l">
              <a:lnSpc>
                <a:spcPts val="5338"/>
              </a:lnSpc>
              <a:buFont typeface="Arial"/>
              <a:buChar char="•"/>
            </a:pPr>
            <a:r>
              <a:rPr lang="en-US" sz="38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Testing : Verify correctness of expense calculations.</a:t>
            </a:r>
          </a:p>
          <a:p>
            <a:pPr marL="823261" lvl="1" indent="-411630" algn="l">
              <a:lnSpc>
                <a:spcPts val="5338"/>
              </a:lnSpc>
              <a:buFont typeface="Arial"/>
              <a:buChar char="•"/>
            </a:pPr>
            <a:r>
              <a:rPr lang="en-US" sz="38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Deployment : Host on Streamlit Cloud via GitHub.</a:t>
            </a:r>
          </a:p>
          <a:p>
            <a:pPr marL="823261" lvl="1" indent="-411630" algn="l">
              <a:lnSpc>
                <a:spcPts val="5338"/>
              </a:lnSpc>
              <a:buFont typeface="Arial"/>
              <a:buChar char="•"/>
            </a:pPr>
            <a:r>
              <a:rPr lang="en-US" sz="38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Future Enhancement : Add SQLite3 user login and data storage.</a:t>
            </a:r>
          </a:p>
          <a:p>
            <a:pPr algn="l">
              <a:lnSpc>
                <a:spcPts val="5338"/>
              </a:lnSpc>
            </a:pPr>
            <a:endParaRPr lang="en-US" sz="3813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49481"/>
            <a:ext cx="641250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8142" y="2617656"/>
            <a:ext cx="17969858" cy="321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8839" lvl="1" indent="-394419" algn="l">
              <a:lnSpc>
                <a:spcPts val="5115"/>
              </a:lnSpc>
              <a:buFont typeface="Arial"/>
              <a:buChar char="•"/>
            </a:pPr>
            <a:r>
              <a:rPr lang="en-US" sz="36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app simplifies financial tracking using Python and Streamlit.</a:t>
            </a:r>
          </a:p>
          <a:p>
            <a:pPr marL="788839" lvl="1" indent="-394419" algn="l">
              <a:lnSpc>
                <a:spcPts val="5115"/>
              </a:lnSpc>
              <a:buFont typeface="Arial"/>
              <a:buChar char="•"/>
            </a:pPr>
            <a:r>
              <a:rPr lang="en-US" sz="36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Future versions will include login and personalized storage.</a:t>
            </a:r>
          </a:p>
          <a:p>
            <a:pPr marL="788839" lvl="1" indent="-394419" algn="l">
              <a:lnSpc>
                <a:spcPts val="5115"/>
              </a:lnSpc>
              <a:buFont typeface="Arial"/>
              <a:buChar char="•"/>
            </a:pPr>
            <a:r>
              <a:rPr lang="en-US" sz="36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Demonstrates practical use of Python, Streamlit, and data visualization</a:t>
            </a:r>
          </a:p>
          <a:p>
            <a:pPr marL="788839" lvl="1" indent="-394419" algn="l">
              <a:lnSpc>
                <a:spcPts val="5115"/>
              </a:lnSpc>
              <a:buFont typeface="Arial"/>
              <a:buChar char="•"/>
            </a:pPr>
            <a:r>
              <a:rPr lang="en-US" sz="36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Uploaded app on streamlit cloud link : </a:t>
            </a:r>
            <a:r>
              <a:rPr lang="en-US" sz="3653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https://personal-expense-tracker-02.streamlit.app/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54116" y="2275036"/>
            <a:ext cx="940008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YOU!!!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9278" y="5521017"/>
            <a:ext cx="14064922" cy="1692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8741" lvl="1" indent="-344371" algn="l">
              <a:lnSpc>
                <a:spcPts val="4466"/>
              </a:lnSpc>
              <a:buFont typeface="Arial"/>
              <a:buChar char="•"/>
            </a:pPr>
            <a:r>
              <a:rPr lang="en-US" sz="319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Github</a:t>
            </a:r>
            <a:r>
              <a:rPr lang="en-US" sz="319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:- https://github.com/Anuj04432</a:t>
            </a:r>
          </a:p>
          <a:p>
            <a:pPr marL="688741" lvl="1" indent="-344371" algn="l">
              <a:lnSpc>
                <a:spcPts val="4466"/>
              </a:lnSpc>
              <a:buFont typeface="Arial"/>
              <a:buChar char="•"/>
            </a:pPr>
            <a:r>
              <a:rPr lang="en-US" sz="319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linkdin</a:t>
            </a:r>
            <a:r>
              <a:rPr lang="en-US" sz="319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:- https://in.linkedin.com/in/anuj-wagmore-275518358</a:t>
            </a:r>
          </a:p>
          <a:p>
            <a:pPr marL="688741" lvl="1" indent="-344371" algn="l">
              <a:lnSpc>
                <a:spcPts val="4466"/>
              </a:lnSpc>
              <a:buFont typeface="Arial"/>
              <a:buChar char="•"/>
            </a:pPr>
            <a:r>
              <a:rPr lang="en-US" sz="319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gmail</a:t>
            </a:r>
            <a:r>
              <a:rPr lang="en-US" sz="319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:- anujwagmore835@gmail.com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78" y="4436034"/>
            <a:ext cx="839689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Contact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350</Words>
  <Application>Microsoft Office PowerPoint</Application>
  <PresentationFormat>Custom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Canva Sans Bold</vt:lpstr>
      <vt:lpstr>Canva Sans</vt:lpstr>
      <vt:lpstr>Arial</vt:lpstr>
      <vt:lpstr>Trebuchet MS</vt:lpstr>
      <vt:lpstr>Californian FB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satish v</dc:creator>
  <cp:lastModifiedBy>satish v</cp:lastModifiedBy>
  <cp:revision>2</cp:revision>
  <dcterms:created xsi:type="dcterms:W3CDTF">2006-08-16T00:00:00Z</dcterms:created>
  <dcterms:modified xsi:type="dcterms:W3CDTF">2025-11-05T06:50:43Z</dcterms:modified>
  <dc:identifier>DAG3zT5wZ_o</dc:identifier>
</cp:coreProperties>
</file>